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2" r:id="rId5"/>
    <p:sldId id="259" r:id="rId6"/>
    <p:sldId id="261" r:id="rId7"/>
    <p:sldId id="263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09D3-02FF-4557-B54E-6FC4D88A2066}" type="datetimeFigureOut">
              <a:rPr lang="vi-VN" smtClean="0"/>
              <a:t>16/01/2025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8809-7AF4-45FB-9E82-7326E99AA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07661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09D3-02FF-4557-B54E-6FC4D88A2066}" type="datetimeFigureOut">
              <a:rPr lang="vi-VN" smtClean="0"/>
              <a:t>16/01/2025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8809-7AF4-45FB-9E82-7326E99AA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5064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09D3-02FF-4557-B54E-6FC4D88A2066}" type="datetimeFigureOut">
              <a:rPr lang="vi-VN" smtClean="0"/>
              <a:t>16/01/2025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8809-7AF4-45FB-9E82-7326E99AA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662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09D3-02FF-4557-B54E-6FC4D88A2066}" type="datetimeFigureOut">
              <a:rPr lang="vi-VN" smtClean="0"/>
              <a:t>16/01/2025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8809-7AF4-45FB-9E82-7326E99AA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9787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09D3-02FF-4557-B54E-6FC4D88A2066}" type="datetimeFigureOut">
              <a:rPr lang="vi-VN" smtClean="0"/>
              <a:t>16/01/2025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8809-7AF4-45FB-9E82-7326E99AA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0310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09D3-02FF-4557-B54E-6FC4D88A2066}" type="datetimeFigureOut">
              <a:rPr lang="vi-VN" smtClean="0"/>
              <a:t>16/01/2025</a:t>
            </a:fld>
            <a:endParaRPr lang="vi-V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8809-7AF4-45FB-9E82-7326E99AA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18103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09D3-02FF-4557-B54E-6FC4D88A2066}" type="datetimeFigureOut">
              <a:rPr lang="vi-VN" smtClean="0"/>
              <a:t>16/01/2025</a:t>
            </a:fld>
            <a:endParaRPr lang="vi-V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8809-7AF4-45FB-9E82-7326E99AA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4523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09D3-02FF-4557-B54E-6FC4D88A2066}" type="datetimeFigureOut">
              <a:rPr lang="vi-VN" smtClean="0"/>
              <a:t>16/01/2025</a:t>
            </a:fld>
            <a:endParaRPr lang="vi-V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8809-7AF4-45FB-9E82-7326E99AA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41420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09D3-02FF-4557-B54E-6FC4D88A2066}" type="datetimeFigureOut">
              <a:rPr lang="vi-VN" smtClean="0"/>
              <a:t>16/01/2025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8809-7AF4-45FB-9E82-7326E99AA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1270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09D3-02FF-4557-B54E-6FC4D88A2066}" type="datetimeFigureOut">
              <a:rPr lang="vi-VN" smtClean="0"/>
              <a:t>16/01/2025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8809-7AF4-45FB-9E82-7326E99AA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65193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09D3-02FF-4557-B54E-6FC4D88A2066}" type="datetimeFigureOut">
              <a:rPr lang="vi-VN" smtClean="0"/>
              <a:t>16/01/2025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8809-7AF4-45FB-9E82-7326E99AA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3417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09D3-02FF-4557-B54E-6FC4D88A2066}" type="datetimeFigureOut">
              <a:rPr lang="vi-VN" smtClean="0"/>
              <a:t>16/01/2025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8809-7AF4-45FB-9E82-7326E99AAD42}" type="slidenum">
              <a:rPr lang="vi-VN" smtClean="0"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8411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09D3-02FF-4557-B54E-6FC4D88A2066}" type="datetimeFigureOut">
              <a:rPr lang="vi-VN" smtClean="0"/>
              <a:t>16/01/2025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8809-7AF4-45FB-9E82-7326E99AA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7689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09D3-02FF-4557-B54E-6FC4D88A2066}" type="datetimeFigureOut">
              <a:rPr lang="vi-VN" smtClean="0"/>
              <a:t>16/01/2025</a:t>
            </a:fld>
            <a:endParaRPr lang="vi-V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8809-7AF4-45FB-9E82-7326E99AA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48610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09D3-02FF-4557-B54E-6FC4D88A2066}" type="datetimeFigureOut">
              <a:rPr lang="vi-VN" smtClean="0"/>
              <a:t>16/01/2025</a:t>
            </a:fld>
            <a:endParaRPr lang="vi-V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8809-7AF4-45FB-9E82-7326E99AA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91286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09D3-02FF-4557-B54E-6FC4D88A2066}" type="datetimeFigureOut">
              <a:rPr lang="vi-VN" smtClean="0"/>
              <a:t>16/01/2025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8809-7AF4-45FB-9E82-7326E99AA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29676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D09D3-02FF-4557-B54E-6FC4D88A2066}" type="datetimeFigureOut">
              <a:rPr lang="vi-VN" smtClean="0"/>
              <a:t>16/01/2025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8809-7AF4-45FB-9E82-7326E99AA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57321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D1D09D3-02FF-4557-B54E-6FC4D88A2066}" type="datetimeFigureOut">
              <a:rPr lang="vi-VN" smtClean="0"/>
              <a:t>16/01/2025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A8809-7AF4-45FB-9E82-7326E99AA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202803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B7EC2-4B88-D0D5-D96E-31FEAC78F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4126" y="816204"/>
            <a:ext cx="8825658" cy="3329581"/>
          </a:xfrm>
        </p:spPr>
        <p:txBody>
          <a:bodyPr>
            <a:normAutofit/>
          </a:bodyPr>
          <a:lstStyle/>
          <a:p>
            <a:r>
              <a:rPr lang="en-US" sz="6000" dirty="0" err="1">
                <a:latin typeface="Bahnschrift" panose="020B0502040204020203" pitchFamily="34" charset="0"/>
              </a:rPr>
              <a:t>Bài</a:t>
            </a:r>
            <a:r>
              <a:rPr lang="en-US" sz="6000" dirty="0">
                <a:latin typeface="Bahnschrift" panose="020B0502040204020203" pitchFamily="34" charset="0"/>
              </a:rPr>
              <a:t> </a:t>
            </a:r>
            <a:r>
              <a:rPr lang="en-US" sz="6000" dirty="0" err="1">
                <a:latin typeface="Bahnschrift" panose="020B0502040204020203" pitchFamily="34" charset="0"/>
              </a:rPr>
              <a:t>tập</a:t>
            </a:r>
            <a:r>
              <a:rPr lang="en-US" sz="6000" dirty="0">
                <a:latin typeface="Bahnschrift" panose="020B0502040204020203" pitchFamily="34" charset="0"/>
              </a:rPr>
              <a:t> </a:t>
            </a:r>
            <a:r>
              <a:rPr lang="en-US" sz="6000" dirty="0" err="1">
                <a:latin typeface="Bahnschrift" panose="020B0502040204020203" pitchFamily="34" charset="0"/>
              </a:rPr>
              <a:t>lớp</a:t>
            </a:r>
            <a:r>
              <a:rPr lang="en-US" sz="6000" dirty="0">
                <a:latin typeface="Bahnschrift" panose="020B0502040204020203" pitchFamily="34" charset="0"/>
              </a:rPr>
              <a:t> </a:t>
            </a:r>
            <a:br>
              <a:rPr lang="en-US" sz="6000" dirty="0">
                <a:latin typeface="Bahnschrift" panose="020B0502040204020203" pitchFamily="34" charset="0"/>
              </a:rPr>
            </a:br>
            <a:r>
              <a:rPr lang="en-US" sz="6000" dirty="0" err="1">
                <a:latin typeface="Bahnschrift" panose="020B0502040204020203" pitchFamily="34" charset="0"/>
              </a:rPr>
              <a:t>Xây</a:t>
            </a:r>
            <a:r>
              <a:rPr lang="en-US" sz="6000" dirty="0">
                <a:latin typeface="Bahnschrift" panose="020B0502040204020203" pitchFamily="34" charset="0"/>
              </a:rPr>
              <a:t> </a:t>
            </a:r>
            <a:r>
              <a:rPr lang="en-US" sz="6000" dirty="0" err="1">
                <a:latin typeface="Bahnschrift" panose="020B0502040204020203" pitchFamily="34" charset="0"/>
              </a:rPr>
              <a:t>dựng</a:t>
            </a:r>
            <a:r>
              <a:rPr lang="en-US" sz="6000" dirty="0">
                <a:latin typeface="Bahnschrift" panose="020B0502040204020203" pitchFamily="34" charset="0"/>
              </a:rPr>
              <a:t> </a:t>
            </a:r>
            <a:r>
              <a:rPr lang="en-US" sz="6000" dirty="0" err="1">
                <a:latin typeface="Bahnschrift" panose="020B0502040204020203" pitchFamily="34" charset="0"/>
              </a:rPr>
              <a:t>ứng</a:t>
            </a:r>
            <a:r>
              <a:rPr lang="en-US" sz="6000" dirty="0">
                <a:latin typeface="Bahnschrift" panose="020B0502040204020203" pitchFamily="34" charset="0"/>
              </a:rPr>
              <a:t> </a:t>
            </a:r>
            <a:r>
              <a:rPr lang="en-US" sz="6000" dirty="0" err="1">
                <a:latin typeface="Bahnschrift" panose="020B0502040204020203" pitchFamily="34" charset="0"/>
              </a:rPr>
              <a:t>dụng</a:t>
            </a:r>
            <a:r>
              <a:rPr lang="en-US" sz="6000" dirty="0">
                <a:latin typeface="Bahnschrift" panose="020B0502040204020203" pitchFamily="34" charset="0"/>
              </a:rPr>
              <a:t> </a:t>
            </a:r>
            <a:r>
              <a:rPr lang="en-US" sz="6000" dirty="0" err="1">
                <a:latin typeface="Bahnschrift" panose="020B0502040204020203" pitchFamily="34" charset="0"/>
              </a:rPr>
              <a:t>trò</a:t>
            </a:r>
            <a:r>
              <a:rPr lang="en-US" sz="6000" dirty="0">
                <a:latin typeface="Bahnschrift" panose="020B0502040204020203" pitchFamily="34" charset="0"/>
              </a:rPr>
              <a:t> </a:t>
            </a:r>
            <a:r>
              <a:rPr lang="en-US" sz="6000" dirty="0" err="1">
                <a:latin typeface="Bahnschrift" panose="020B0502040204020203" pitchFamily="34" charset="0"/>
              </a:rPr>
              <a:t>chơi</a:t>
            </a:r>
            <a:r>
              <a:rPr lang="en-US" sz="6000" dirty="0">
                <a:latin typeface="Bahnschrift" panose="020B0502040204020203" pitchFamily="34" charset="0"/>
              </a:rPr>
              <a:t> ai </a:t>
            </a:r>
            <a:r>
              <a:rPr lang="en-US" sz="6000" dirty="0" err="1">
                <a:latin typeface="Bahnschrift" panose="020B0502040204020203" pitchFamily="34" charset="0"/>
              </a:rPr>
              <a:t>là</a:t>
            </a:r>
            <a:r>
              <a:rPr lang="en-US" sz="6000" dirty="0">
                <a:latin typeface="Bahnschrift" panose="020B0502040204020203" pitchFamily="34" charset="0"/>
              </a:rPr>
              <a:t> </a:t>
            </a:r>
            <a:r>
              <a:rPr lang="en-US" sz="6000" dirty="0" err="1">
                <a:latin typeface="Bahnschrift" panose="020B0502040204020203" pitchFamily="34" charset="0"/>
              </a:rPr>
              <a:t>triệu</a:t>
            </a:r>
            <a:r>
              <a:rPr lang="en-US" sz="6000" dirty="0">
                <a:latin typeface="Bahnschrift" panose="020B0502040204020203" pitchFamily="34" charset="0"/>
              </a:rPr>
              <a:t> </a:t>
            </a:r>
            <a:r>
              <a:rPr lang="en-US" sz="6000" dirty="0" err="1">
                <a:latin typeface="Bahnschrift" panose="020B0502040204020203" pitchFamily="34" charset="0"/>
              </a:rPr>
              <a:t>phú</a:t>
            </a:r>
            <a:endParaRPr lang="vi-VN" sz="6000" dirty="0">
              <a:latin typeface="Bahnschrift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A010A-BC7D-2B80-A0CD-4ED02B724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3852" y="4777381"/>
            <a:ext cx="8825658" cy="861420"/>
          </a:xfrm>
        </p:spPr>
        <p:txBody>
          <a:bodyPr>
            <a:noAutofit/>
          </a:bodyPr>
          <a:lstStyle/>
          <a:p>
            <a:r>
              <a:rPr lang="en-US" sz="2400" b="1" dirty="0"/>
              <a:t>Thành </a:t>
            </a:r>
            <a:r>
              <a:rPr lang="en-US" sz="2400" b="1" dirty="0" err="1"/>
              <a:t>viên</a:t>
            </a:r>
            <a:endParaRPr lang="en-US" sz="2400" b="1" dirty="0"/>
          </a:p>
          <a:p>
            <a:r>
              <a:rPr lang="en-US" sz="1800" dirty="0" err="1">
                <a:latin typeface="Bahnschrift Light" panose="020B0502040204020203" pitchFamily="34" charset="0"/>
              </a:rPr>
              <a:t>Đinh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thiên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trường</a:t>
            </a:r>
            <a:endParaRPr lang="en-US" sz="1800" dirty="0">
              <a:latin typeface="Bahnschrift Light" panose="020B0502040204020203" pitchFamily="34" charset="0"/>
            </a:endParaRPr>
          </a:p>
          <a:p>
            <a:r>
              <a:rPr lang="en-US" sz="1800" dirty="0" err="1">
                <a:latin typeface="Bahnschrift Light" panose="020B0502040204020203" pitchFamily="34" charset="0"/>
              </a:rPr>
              <a:t>Đinh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thị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huyền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trang</a:t>
            </a:r>
            <a:endParaRPr lang="vi-VN" sz="18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65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6ADFB-EF62-A5AF-858B-290361EDB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9CFEE-D563-9854-D630-E36F51F82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094" y="1206210"/>
            <a:ext cx="3094004" cy="552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77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350AB-BE4E-3477-3F42-69AA4DFB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2C6BE5-7A24-3FFB-342C-C160DDEB7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825" y="1232981"/>
            <a:ext cx="3019830" cy="535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27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288DD-4F85-F806-A2EE-3FDC283AD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D838EB-2FFB-BA11-4A31-63999328A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1284050"/>
            <a:ext cx="2919026" cy="519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024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FEB37-07A6-4262-DD61-411EEA0C1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EF2C52-C4BA-E46C-614C-7F3944E5B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975" y="1218354"/>
            <a:ext cx="2962680" cy="528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134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8FBC2-AE6D-AE02-C1A8-4247378A7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80F4F9-56EB-3C56-5049-7A554CDBA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1306582"/>
            <a:ext cx="2904517" cy="518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8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C351F-093F-590A-2CF8-12AA36809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7C4DF3-A49A-27B9-0197-F848483E0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788" y="1282079"/>
            <a:ext cx="2890230" cy="521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784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9B5BF-1653-1B6D-BADF-914770090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B9EA5-8774-3D1E-03F5-E59C098D9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Xây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dựng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một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ứng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trò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chơi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di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dựa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format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chương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trình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truyền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hình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"Ai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triệu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phú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".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Ứng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cần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cấp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giao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diện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thân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thiện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dễ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tạo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trải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nghiệm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tương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tác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thú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vị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chơi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Bài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toán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tập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trung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khía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cạnh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chính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câu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hỏi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đáp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án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phong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phú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phân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loại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cấp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từ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dễ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đến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khó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năng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trợ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giúp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như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50/50,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hỏi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ý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kiến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giả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gọi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điện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thoại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Ghi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hiển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thị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điểm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số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chơi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Tối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ưu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hiệu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năng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đảm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tính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ổn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ứng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0253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7938-62CC-899A-DC20-82F390524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7DAA38-B772-8661-D2D5-D7DF8B20C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896" y="1853248"/>
            <a:ext cx="8239329" cy="429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26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F5C1D-0EFD-BE1E-1571-E20AA949D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222" y="2621986"/>
            <a:ext cx="9404723" cy="1400530"/>
          </a:xfrm>
        </p:spPr>
        <p:txBody>
          <a:bodyPr/>
          <a:lstStyle/>
          <a:p>
            <a:pPr algn="ctr"/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lắng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3234366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</TotalTime>
  <Words>197</Words>
  <Application>Microsoft Office PowerPoint</Application>
  <PresentationFormat>Widescreen</PresentationFormat>
  <Paragraphs>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Bahnschrift</vt:lpstr>
      <vt:lpstr>Bahnschrift Light</vt:lpstr>
      <vt:lpstr>Century Gothic</vt:lpstr>
      <vt:lpstr>Times New Roman</vt:lpstr>
      <vt:lpstr>Wingdings 3</vt:lpstr>
      <vt:lpstr>Ion</vt:lpstr>
      <vt:lpstr>Bài tập lớp  Xây dựng ứng dụng trò chơi ai là triệu phú</vt:lpstr>
      <vt:lpstr>Giao diện mở đầu</vt:lpstr>
      <vt:lpstr>Giao diện đăng nhập</vt:lpstr>
      <vt:lpstr>Giao diện trò chơi</vt:lpstr>
      <vt:lpstr>Giao diện đánh giá</vt:lpstr>
      <vt:lpstr>Giao diện quản lý câu hỏi</vt:lpstr>
      <vt:lpstr>Giao diện gọi điện thoại cho người thân</vt:lpstr>
      <vt:lpstr>Phát biểu bài toán</vt:lpstr>
      <vt:lpstr>Usecase tổng quát</vt:lpstr>
      <vt:lpstr>Cảm ơn cô và các bạn đã lắng nghe bài trình bày của chúng em!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Hiến Đào</dc:creator>
  <cp:lastModifiedBy>Dinh Thi Huyen Trang HS</cp:lastModifiedBy>
  <cp:revision>2</cp:revision>
  <dcterms:created xsi:type="dcterms:W3CDTF">2025-01-16T00:52:06Z</dcterms:created>
  <dcterms:modified xsi:type="dcterms:W3CDTF">2025-01-16T03:04:43Z</dcterms:modified>
</cp:coreProperties>
</file>